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93" r:id="rId4"/>
    <p:sldId id="259" r:id="rId5"/>
    <p:sldId id="266" r:id="rId6"/>
    <p:sldId id="267" r:id="rId7"/>
    <p:sldId id="272" r:id="rId8"/>
    <p:sldId id="268" r:id="rId9"/>
    <p:sldId id="269" r:id="rId11"/>
    <p:sldId id="270" r:id="rId12"/>
    <p:sldId id="271" r:id="rId13"/>
    <p:sldId id="273" r:id="rId14"/>
    <p:sldId id="274" r:id="rId15"/>
    <p:sldId id="279" r:id="rId16"/>
    <p:sldId id="280" r:id="rId17"/>
    <p:sldId id="281" r:id="rId18"/>
    <p:sldId id="290" r:id="rId19"/>
    <p:sldId id="283" r:id="rId20"/>
    <p:sldId id="285" r:id="rId21"/>
    <p:sldId id="287" r:id="rId22"/>
    <p:sldId id="288" r:id="rId23"/>
    <p:sldId id="289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5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D2A7BF6-C5C4-4205-9124-9156D5A0FF62}" type="doc">
      <dgm:prSet loTypeId="relationship" loCatId="relationship" qsTypeId="urn:microsoft.com/office/officeart/2005/8/quickstyle/simple5" qsCatId="simple" csTypeId="urn:microsoft.com/office/officeart/2005/8/colors/accent1_2" csCatId="accent1" phldr="1"/>
      <dgm:spPr/>
    </dgm:pt>
    <dgm:pt modelId="{389ABB26-7898-463D-9239-33CEB89F6AF7}" type="pres">
      <dgm:prSet presAssocID="{7D2A7BF6-C5C4-4205-9124-9156D5A0FF62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C824C28-C7BE-45C2-846D-B68A3EC51403}" type="presOf" srcId="{7D2A7BF6-C5C4-4205-9124-9156D5A0FF62}" destId="{389ABB26-7898-463D-9239-33CEB89F6AF7}" srcOrd="0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bula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1365" cy="690753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963930" y="0"/>
            <a:ext cx="10967720" cy="690753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7272" h="10878">
                <a:moveTo>
                  <a:pt x="14053" y="4902"/>
                </a:moveTo>
                <a:lnTo>
                  <a:pt x="14130" y="4902"/>
                </a:lnTo>
                <a:cubicBezTo>
                  <a:pt x="14183" y="4902"/>
                  <a:pt x="14223" y="4914"/>
                  <a:pt x="14248" y="4938"/>
                </a:cubicBezTo>
                <a:cubicBezTo>
                  <a:pt x="14273" y="4962"/>
                  <a:pt x="14286" y="4995"/>
                  <a:pt x="14286" y="5036"/>
                </a:cubicBezTo>
                <a:cubicBezTo>
                  <a:pt x="14286" y="5079"/>
                  <a:pt x="14271" y="5114"/>
                  <a:pt x="14240" y="5142"/>
                </a:cubicBezTo>
                <a:cubicBezTo>
                  <a:pt x="14210" y="5170"/>
                  <a:pt x="14170" y="5184"/>
                  <a:pt x="14120" y="5184"/>
                </a:cubicBezTo>
                <a:lnTo>
                  <a:pt x="14053" y="5184"/>
                </a:lnTo>
                <a:lnTo>
                  <a:pt x="14053" y="4902"/>
                </a:lnTo>
                <a:close/>
                <a:moveTo>
                  <a:pt x="13682" y="4645"/>
                </a:moveTo>
                <a:lnTo>
                  <a:pt x="13682" y="5877"/>
                </a:lnTo>
                <a:lnTo>
                  <a:pt x="14053" y="5877"/>
                </a:lnTo>
                <a:lnTo>
                  <a:pt x="14053" y="5444"/>
                </a:lnTo>
                <a:lnTo>
                  <a:pt x="14068" y="5444"/>
                </a:lnTo>
                <a:cubicBezTo>
                  <a:pt x="14101" y="5444"/>
                  <a:pt x="14132" y="5459"/>
                  <a:pt x="14160" y="5489"/>
                </a:cubicBezTo>
                <a:cubicBezTo>
                  <a:pt x="14188" y="5518"/>
                  <a:pt x="14211" y="5559"/>
                  <a:pt x="14229" y="5612"/>
                </a:cubicBezTo>
                <a:lnTo>
                  <a:pt x="14321" y="5877"/>
                </a:lnTo>
                <a:lnTo>
                  <a:pt x="14739" y="5877"/>
                </a:lnTo>
                <a:lnTo>
                  <a:pt x="14618" y="5563"/>
                </a:lnTo>
                <a:cubicBezTo>
                  <a:pt x="14591" y="5492"/>
                  <a:pt x="14560" y="5439"/>
                  <a:pt x="14525" y="5403"/>
                </a:cubicBezTo>
                <a:cubicBezTo>
                  <a:pt x="14490" y="5367"/>
                  <a:pt x="14447" y="5341"/>
                  <a:pt x="14395" y="5325"/>
                </a:cubicBezTo>
                <a:lnTo>
                  <a:pt x="14395" y="5321"/>
                </a:lnTo>
                <a:cubicBezTo>
                  <a:pt x="14489" y="5295"/>
                  <a:pt x="14561" y="5254"/>
                  <a:pt x="14608" y="5197"/>
                </a:cubicBezTo>
                <a:cubicBezTo>
                  <a:pt x="14656" y="5139"/>
                  <a:pt x="14680" y="5068"/>
                  <a:pt x="14680" y="4984"/>
                </a:cubicBezTo>
                <a:cubicBezTo>
                  <a:pt x="14680" y="4871"/>
                  <a:pt x="14639" y="4786"/>
                  <a:pt x="14557" y="4730"/>
                </a:cubicBezTo>
                <a:cubicBezTo>
                  <a:pt x="14475" y="4673"/>
                  <a:pt x="14347" y="4645"/>
                  <a:pt x="14175" y="4645"/>
                </a:cubicBezTo>
                <a:lnTo>
                  <a:pt x="13682" y="4645"/>
                </a:lnTo>
                <a:close/>
                <a:moveTo>
                  <a:pt x="12710" y="4645"/>
                </a:moveTo>
                <a:lnTo>
                  <a:pt x="12710" y="5877"/>
                </a:lnTo>
                <a:lnTo>
                  <a:pt x="13506" y="5877"/>
                </a:lnTo>
                <a:lnTo>
                  <a:pt x="13506" y="5587"/>
                </a:lnTo>
                <a:lnTo>
                  <a:pt x="13081" y="5587"/>
                </a:lnTo>
                <a:lnTo>
                  <a:pt x="13081" y="5405"/>
                </a:lnTo>
                <a:lnTo>
                  <a:pt x="13454" y="5405"/>
                </a:lnTo>
                <a:lnTo>
                  <a:pt x="13454" y="5115"/>
                </a:lnTo>
                <a:lnTo>
                  <a:pt x="13081" y="5115"/>
                </a:lnTo>
                <a:lnTo>
                  <a:pt x="13081" y="4935"/>
                </a:lnTo>
                <a:lnTo>
                  <a:pt x="13478" y="4935"/>
                </a:lnTo>
                <a:lnTo>
                  <a:pt x="13478" y="4645"/>
                </a:lnTo>
                <a:lnTo>
                  <a:pt x="12710" y="4645"/>
                </a:lnTo>
                <a:close/>
                <a:moveTo>
                  <a:pt x="11494" y="4645"/>
                </a:moveTo>
                <a:lnTo>
                  <a:pt x="11494" y="4935"/>
                </a:lnTo>
                <a:lnTo>
                  <a:pt x="11839" y="4935"/>
                </a:lnTo>
                <a:lnTo>
                  <a:pt x="11839" y="5877"/>
                </a:lnTo>
                <a:lnTo>
                  <a:pt x="12212" y="5877"/>
                </a:lnTo>
                <a:lnTo>
                  <a:pt x="12212" y="4935"/>
                </a:lnTo>
                <a:lnTo>
                  <a:pt x="12561" y="4935"/>
                </a:lnTo>
                <a:lnTo>
                  <a:pt x="12561" y="4645"/>
                </a:lnTo>
                <a:lnTo>
                  <a:pt x="11494" y="4645"/>
                </a:lnTo>
                <a:close/>
                <a:moveTo>
                  <a:pt x="10159" y="4645"/>
                </a:moveTo>
                <a:lnTo>
                  <a:pt x="10159" y="5877"/>
                </a:lnTo>
                <a:lnTo>
                  <a:pt x="10503" y="5877"/>
                </a:lnTo>
                <a:lnTo>
                  <a:pt x="10503" y="5360"/>
                </a:lnTo>
                <a:cubicBezTo>
                  <a:pt x="10503" y="5284"/>
                  <a:pt x="10501" y="5216"/>
                  <a:pt x="10498" y="5155"/>
                </a:cubicBezTo>
                <a:lnTo>
                  <a:pt x="10501" y="5155"/>
                </a:lnTo>
                <a:cubicBezTo>
                  <a:pt x="10523" y="5193"/>
                  <a:pt x="10551" y="5235"/>
                  <a:pt x="10586" y="5282"/>
                </a:cubicBezTo>
                <a:lnTo>
                  <a:pt x="11020" y="5877"/>
                </a:lnTo>
                <a:lnTo>
                  <a:pt x="11346" y="5877"/>
                </a:lnTo>
                <a:lnTo>
                  <a:pt x="11346" y="4645"/>
                </a:lnTo>
                <a:lnTo>
                  <a:pt x="11002" y="4645"/>
                </a:lnTo>
                <a:lnTo>
                  <a:pt x="11002" y="5197"/>
                </a:lnTo>
                <a:cubicBezTo>
                  <a:pt x="11002" y="5259"/>
                  <a:pt x="11004" y="5303"/>
                  <a:pt x="11007" y="5328"/>
                </a:cubicBezTo>
                <a:lnTo>
                  <a:pt x="11004" y="5328"/>
                </a:lnTo>
                <a:cubicBezTo>
                  <a:pt x="11000" y="5320"/>
                  <a:pt x="10995" y="5311"/>
                  <a:pt x="10989" y="5301"/>
                </a:cubicBezTo>
                <a:cubicBezTo>
                  <a:pt x="10982" y="5290"/>
                  <a:pt x="10975" y="5280"/>
                  <a:pt x="10967" y="5269"/>
                </a:cubicBezTo>
                <a:cubicBezTo>
                  <a:pt x="10960" y="5258"/>
                  <a:pt x="10953" y="5247"/>
                  <a:pt x="10945" y="5237"/>
                </a:cubicBezTo>
                <a:cubicBezTo>
                  <a:pt x="10938" y="5227"/>
                  <a:pt x="10931" y="5218"/>
                  <a:pt x="10926" y="5210"/>
                </a:cubicBezTo>
                <a:lnTo>
                  <a:pt x="10510" y="4645"/>
                </a:lnTo>
                <a:lnTo>
                  <a:pt x="10159" y="4645"/>
                </a:lnTo>
                <a:close/>
                <a:moveTo>
                  <a:pt x="8841" y="4645"/>
                </a:moveTo>
                <a:lnTo>
                  <a:pt x="8841" y="5321"/>
                </a:lnTo>
                <a:cubicBezTo>
                  <a:pt x="8841" y="5514"/>
                  <a:pt x="8886" y="5658"/>
                  <a:pt x="8977" y="5754"/>
                </a:cubicBezTo>
                <a:cubicBezTo>
                  <a:pt x="9068" y="5850"/>
                  <a:pt x="9201" y="5898"/>
                  <a:pt x="9377" y="5898"/>
                </a:cubicBezTo>
                <a:cubicBezTo>
                  <a:pt x="9565" y="5898"/>
                  <a:pt x="9704" y="5850"/>
                  <a:pt x="9795" y="5754"/>
                </a:cubicBezTo>
                <a:cubicBezTo>
                  <a:pt x="9885" y="5658"/>
                  <a:pt x="9930" y="5512"/>
                  <a:pt x="9930" y="5314"/>
                </a:cubicBezTo>
                <a:lnTo>
                  <a:pt x="9930" y="4645"/>
                </a:lnTo>
                <a:lnTo>
                  <a:pt x="9556" y="4645"/>
                </a:lnTo>
                <a:lnTo>
                  <a:pt x="9556" y="5343"/>
                </a:lnTo>
                <a:cubicBezTo>
                  <a:pt x="9556" y="5422"/>
                  <a:pt x="9542" y="5481"/>
                  <a:pt x="9513" y="5521"/>
                </a:cubicBezTo>
                <a:cubicBezTo>
                  <a:pt x="9484" y="5561"/>
                  <a:pt x="9441" y="5581"/>
                  <a:pt x="9385" y="5581"/>
                </a:cubicBezTo>
                <a:cubicBezTo>
                  <a:pt x="9330" y="5581"/>
                  <a:pt x="9288" y="5560"/>
                  <a:pt x="9258" y="5517"/>
                </a:cubicBezTo>
                <a:cubicBezTo>
                  <a:pt x="9229" y="5474"/>
                  <a:pt x="9214" y="5414"/>
                  <a:pt x="9214" y="5335"/>
                </a:cubicBezTo>
                <a:lnTo>
                  <a:pt x="9214" y="4645"/>
                </a:lnTo>
                <a:lnTo>
                  <a:pt x="8841" y="4645"/>
                </a:lnTo>
                <a:close/>
                <a:moveTo>
                  <a:pt x="9701" y="0"/>
                </a:moveTo>
                <a:lnTo>
                  <a:pt x="17272" y="0"/>
                </a:lnTo>
                <a:lnTo>
                  <a:pt x="14748" y="10878"/>
                </a:lnTo>
                <a:lnTo>
                  <a:pt x="7177" y="10878"/>
                </a:lnTo>
                <a:lnTo>
                  <a:pt x="8337" y="5877"/>
                </a:lnTo>
                <a:lnTo>
                  <a:pt x="8611" y="5877"/>
                </a:lnTo>
                <a:lnTo>
                  <a:pt x="8611" y="4697"/>
                </a:lnTo>
                <a:lnTo>
                  <a:pt x="9701" y="0"/>
                </a:lnTo>
                <a:close/>
                <a:moveTo>
                  <a:pt x="2638" y="4913"/>
                </a:moveTo>
                <a:cubicBezTo>
                  <a:pt x="2637" y="4927"/>
                  <a:pt x="2633" y="4949"/>
                  <a:pt x="2626" y="4981"/>
                </a:cubicBezTo>
                <a:cubicBezTo>
                  <a:pt x="2619" y="5012"/>
                  <a:pt x="2585" y="5147"/>
                  <a:pt x="2522" y="5386"/>
                </a:cubicBezTo>
                <a:lnTo>
                  <a:pt x="2758" y="5386"/>
                </a:lnTo>
                <a:lnTo>
                  <a:pt x="2672" y="5051"/>
                </a:lnTo>
                <a:cubicBezTo>
                  <a:pt x="2660" y="5002"/>
                  <a:pt x="2651" y="4956"/>
                  <a:pt x="2647" y="4913"/>
                </a:cubicBezTo>
                <a:lnTo>
                  <a:pt x="2638" y="4913"/>
                </a:lnTo>
                <a:close/>
                <a:moveTo>
                  <a:pt x="371" y="4911"/>
                </a:moveTo>
                <a:lnTo>
                  <a:pt x="371" y="5215"/>
                </a:lnTo>
                <a:lnTo>
                  <a:pt x="455" y="5215"/>
                </a:lnTo>
                <a:cubicBezTo>
                  <a:pt x="562" y="5215"/>
                  <a:pt x="615" y="5165"/>
                  <a:pt x="615" y="5064"/>
                </a:cubicBezTo>
                <a:cubicBezTo>
                  <a:pt x="615" y="5013"/>
                  <a:pt x="600" y="4975"/>
                  <a:pt x="571" y="4950"/>
                </a:cubicBezTo>
                <a:cubicBezTo>
                  <a:pt x="542" y="4924"/>
                  <a:pt x="499" y="4911"/>
                  <a:pt x="442" y="4911"/>
                </a:cubicBezTo>
                <a:lnTo>
                  <a:pt x="371" y="4911"/>
                </a:lnTo>
                <a:close/>
                <a:moveTo>
                  <a:pt x="7442" y="4645"/>
                </a:moveTo>
                <a:lnTo>
                  <a:pt x="7813" y="4645"/>
                </a:lnTo>
                <a:lnTo>
                  <a:pt x="7813" y="5101"/>
                </a:lnTo>
                <a:lnTo>
                  <a:pt x="8240" y="5101"/>
                </a:lnTo>
                <a:lnTo>
                  <a:pt x="8240" y="4645"/>
                </a:lnTo>
                <a:lnTo>
                  <a:pt x="8611" y="4645"/>
                </a:lnTo>
                <a:lnTo>
                  <a:pt x="8611" y="4697"/>
                </a:lnTo>
                <a:lnTo>
                  <a:pt x="8337" y="5877"/>
                </a:lnTo>
                <a:lnTo>
                  <a:pt x="8240" y="5877"/>
                </a:lnTo>
                <a:lnTo>
                  <a:pt x="8240" y="5417"/>
                </a:lnTo>
                <a:lnTo>
                  <a:pt x="7813" y="5417"/>
                </a:lnTo>
                <a:lnTo>
                  <a:pt x="7813" y="5877"/>
                </a:lnTo>
                <a:lnTo>
                  <a:pt x="7442" y="5877"/>
                </a:lnTo>
                <a:lnTo>
                  <a:pt x="7442" y="4645"/>
                </a:lnTo>
                <a:close/>
                <a:moveTo>
                  <a:pt x="5736" y="4645"/>
                </a:moveTo>
                <a:lnTo>
                  <a:pt x="6803" y="4645"/>
                </a:lnTo>
                <a:lnTo>
                  <a:pt x="6803" y="4935"/>
                </a:lnTo>
                <a:lnTo>
                  <a:pt x="6454" y="4935"/>
                </a:lnTo>
                <a:lnTo>
                  <a:pt x="6454" y="5877"/>
                </a:lnTo>
                <a:lnTo>
                  <a:pt x="6081" y="5877"/>
                </a:lnTo>
                <a:lnTo>
                  <a:pt x="6081" y="4935"/>
                </a:lnTo>
                <a:lnTo>
                  <a:pt x="5736" y="4935"/>
                </a:lnTo>
                <a:lnTo>
                  <a:pt x="5736" y="4645"/>
                </a:lnTo>
                <a:close/>
                <a:moveTo>
                  <a:pt x="4859" y="4645"/>
                </a:moveTo>
                <a:lnTo>
                  <a:pt x="5627" y="4645"/>
                </a:lnTo>
                <a:lnTo>
                  <a:pt x="5627" y="4935"/>
                </a:lnTo>
                <a:lnTo>
                  <a:pt x="5230" y="4935"/>
                </a:lnTo>
                <a:lnTo>
                  <a:pt x="5230" y="5115"/>
                </a:lnTo>
                <a:lnTo>
                  <a:pt x="5603" y="5115"/>
                </a:lnTo>
                <a:lnTo>
                  <a:pt x="5603" y="5405"/>
                </a:lnTo>
                <a:lnTo>
                  <a:pt x="5230" y="5405"/>
                </a:lnTo>
                <a:lnTo>
                  <a:pt x="5230" y="5587"/>
                </a:lnTo>
                <a:lnTo>
                  <a:pt x="5655" y="5587"/>
                </a:lnTo>
                <a:lnTo>
                  <a:pt x="5655" y="5877"/>
                </a:lnTo>
                <a:lnTo>
                  <a:pt x="4859" y="5877"/>
                </a:lnTo>
                <a:lnTo>
                  <a:pt x="4859" y="4645"/>
                </a:lnTo>
                <a:close/>
                <a:moveTo>
                  <a:pt x="3429" y="4645"/>
                </a:moveTo>
                <a:lnTo>
                  <a:pt x="3780" y="4645"/>
                </a:lnTo>
                <a:lnTo>
                  <a:pt x="4196" y="5210"/>
                </a:lnTo>
                <a:cubicBezTo>
                  <a:pt x="4201" y="5218"/>
                  <a:pt x="4208" y="5227"/>
                  <a:pt x="4215" y="5237"/>
                </a:cubicBezTo>
                <a:cubicBezTo>
                  <a:pt x="4223" y="5247"/>
                  <a:pt x="4230" y="5258"/>
                  <a:pt x="4237" y="5269"/>
                </a:cubicBezTo>
                <a:cubicBezTo>
                  <a:pt x="4245" y="5280"/>
                  <a:pt x="4252" y="5290"/>
                  <a:pt x="4259" y="5301"/>
                </a:cubicBezTo>
                <a:cubicBezTo>
                  <a:pt x="4265" y="5311"/>
                  <a:pt x="4270" y="5320"/>
                  <a:pt x="4274" y="5328"/>
                </a:cubicBezTo>
                <a:lnTo>
                  <a:pt x="4277" y="5328"/>
                </a:lnTo>
                <a:cubicBezTo>
                  <a:pt x="4274" y="5303"/>
                  <a:pt x="4272" y="5259"/>
                  <a:pt x="4272" y="5197"/>
                </a:cubicBezTo>
                <a:lnTo>
                  <a:pt x="4272" y="4645"/>
                </a:lnTo>
                <a:lnTo>
                  <a:pt x="4616" y="4645"/>
                </a:lnTo>
                <a:lnTo>
                  <a:pt x="4616" y="5877"/>
                </a:lnTo>
                <a:lnTo>
                  <a:pt x="4290" y="5877"/>
                </a:lnTo>
                <a:lnTo>
                  <a:pt x="3856" y="5282"/>
                </a:lnTo>
                <a:cubicBezTo>
                  <a:pt x="3821" y="5235"/>
                  <a:pt x="3793" y="5193"/>
                  <a:pt x="3771" y="5155"/>
                </a:cubicBezTo>
                <a:lnTo>
                  <a:pt x="3768" y="5155"/>
                </a:lnTo>
                <a:cubicBezTo>
                  <a:pt x="3771" y="5216"/>
                  <a:pt x="3773" y="5284"/>
                  <a:pt x="3773" y="5360"/>
                </a:cubicBezTo>
                <a:lnTo>
                  <a:pt x="3773" y="5877"/>
                </a:lnTo>
                <a:lnTo>
                  <a:pt x="3429" y="5877"/>
                </a:lnTo>
                <a:lnTo>
                  <a:pt x="3429" y="4645"/>
                </a:lnTo>
                <a:close/>
                <a:moveTo>
                  <a:pt x="2424" y="4645"/>
                </a:moveTo>
                <a:lnTo>
                  <a:pt x="2884" y="4645"/>
                </a:lnTo>
                <a:lnTo>
                  <a:pt x="3284" y="5877"/>
                </a:lnTo>
                <a:lnTo>
                  <a:pt x="2881" y="5877"/>
                </a:lnTo>
                <a:lnTo>
                  <a:pt x="2827" y="5650"/>
                </a:lnTo>
                <a:lnTo>
                  <a:pt x="2459" y="5650"/>
                </a:lnTo>
                <a:lnTo>
                  <a:pt x="2400" y="5877"/>
                </a:lnTo>
                <a:lnTo>
                  <a:pt x="1999" y="5877"/>
                </a:lnTo>
                <a:lnTo>
                  <a:pt x="2424" y="4645"/>
                </a:lnTo>
                <a:close/>
                <a:moveTo>
                  <a:pt x="1155" y="4645"/>
                </a:moveTo>
                <a:lnTo>
                  <a:pt x="1526" y="4645"/>
                </a:lnTo>
                <a:lnTo>
                  <a:pt x="1526" y="5587"/>
                </a:lnTo>
                <a:lnTo>
                  <a:pt x="1951" y="5587"/>
                </a:lnTo>
                <a:lnTo>
                  <a:pt x="1951" y="5877"/>
                </a:lnTo>
                <a:lnTo>
                  <a:pt x="1155" y="5877"/>
                </a:lnTo>
                <a:lnTo>
                  <a:pt x="1155" y="4645"/>
                </a:lnTo>
                <a:close/>
                <a:moveTo>
                  <a:pt x="0" y="4645"/>
                </a:moveTo>
                <a:lnTo>
                  <a:pt x="506" y="4645"/>
                </a:lnTo>
                <a:cubicBezTo>
                  <a:pt x="679" y="4645"/>
                  <a:pt x="807" y="4678"/>
                  <a:pt x="887" y="4744"/>
                </a:cubicBezTo>
                <a:cubicBezTo>
                  <a:pt x="968" y="4810"/>
                  <a:pt x="1008" y="4912"/>
                  <a:pt x="1008" y="5051"/>
                </a:cubicBezTo>
                <a:cubicBezTo>
                  <a:pt x="1008" y="5136"/>
                  <a:pt x="987" y="5210"/>
                  <a:pt x="944" y="5276"/>
                </a:cubicBezTo>
                <a:cubicBezTo>
                  <a:pt x="901" y="5341"/>
                  <a:pt x="840" y="5391"/>
                  <a:pt x="761" y="5427"/>
                </a:cubicBezTo>
                <a:cubicBezTo>
                  <a:pt x="682" y="5463"/>
                  <a:pt x="590" y="5481"/>
                  <a:pt x="485" y="5481"/>
                </a:cubicBezTo>
                <a:lnTo>
                  <a:pt x="371" y="5481"/>
                </a:lnTo>
                <a:lnTo>
                  <a:pt x="371" y="5877"/>
                </a:lnTo>
                <a:lnTo>
                  <a:pt x="0" y="5877"/>
                </a:lnTo>
                <a:lnTo>
                  <a:pt x="0" y="46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765175" y="2148205"/>
            <a:ext cx="3771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Project Title:</a:t>
            </a:r>
            <a:endParaRPr lang="en-US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6578600" y="5870575"/>
            <a:ext cx="3846830" cy="987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en-GB" sz="2400" b="1">
                <a:solidFill>
                  <a:schemeClr val="tx2"/>
                </a:solidFill>
                <a:latin typeface="Andalus" panose="02020603050405020304" charset="0"/>
                <a:cs typeface="Andalus" panose="02020603050405020304" charset="0"/>
              </a:rPr>
              <a:t>Using AI to Find the Stars That Could Be Home.</a:t>
            </a:r>
            <a:endParaRPr lang="en-US" altLang="en-GB" sz="2400" b="1">
              <a:solidFill>
                <a:schemeClr val="tx2"/>
              </a:solidFill>
              <a:latin typeface="Andalus" panose="02020603050405020304" charset="0"/>
              <a:cs typeface="Andalus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190740" y="186690"/>
            <a:ext cx="417449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latin typeface="Constantia" panose="02030602050306030303" charset="0"/>
                <a:cs typeface="Constantia" panose="02030602050306030303" charset="0"/>
              </a:rPr>
              <a:t>A Science Fiction Journey:</a:t>
            </a:r>
            <a:endParaRPr lang="en-US" altLang="en-GB" sz="2000" b="1">
              <a:latin typeface="Constantia" panose="02030602050306030303" charset="0"/>
              <a:cs typeface="Constantia" panose="02030602050306030303" charset="0"/>
            </a:endParaRPr>
          </a:p>
          <a:p>
            <a:r>
              <a:rPr lang="en-US" altLang="en-GB" b="1">
                <a:latin typeface="Constantia" panose="02030602050306030303" charset="0"/>
                <a:cs typeface="Constantia" panose="02030602050306030303" charset="0"/>
              </a:rPr>
              <a:t> Learning the Secrets of the Stars.</a:t>
            </a:r>
            <a:endParaRPr lang="en-US" altLang="en-GB" b="1"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5940" y="1115060"/>
            <a:ext cx="41294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Presented by:</a:t>
            </a:r>
            <a:endParaRPr lang="en-US" altLang="en-GB" sz="40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endParaRPr lang="en-US" altLang="en-GB" sz="40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en-US" altLang="en-GB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Aleena Khan</a:t>
            </a:r>
            <a:endParaRPr lang="en-US" altLang="en-GB" sz="40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en-US" altLang="en-GB"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(Roll no# ULBSITM23-65)</a:t>
            </a:r>
            <a:endParaRPr lang="en-US" altLang="en-GB" sz="24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0695" y="5561330"/>
            <a:ext cx="41503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Incharge:</a:t>
            </a:r>
            <a:endParaRPr lang="en-US" altLang="en-GB" sz="32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r>
              <a:rPr lang="en-US" altLang="en-GB" sz="32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Sir. Faisal Hafeez</a:t>
            </a:r>
            <a:endParaRPr lang="en-US" altLang="en-GB" sz="32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13080" y="565785"/>
            <a:ext cx="4129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INTRODUCTION:</a:t>
            </a:r>
            <a:endParaRPr lang="en-US" altLang="en-GB" sz="3200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7995" y="1534795"/>
            <a:ext cx="418973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A smart "Planet Hunter" tool that uses Artificial Intelligence to identify stars in our galaxy.</a:t>
            </a: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It scans thousands of stars and find "Sun-like" stars that could host a second home for humans.</a:t>
            </a: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Space is too big for humans to study every star manually. This AI does the hard work for us in seconds.</a:t>
            </a: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7995" y="2761615"/>
            <a:ext cx="41294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How this project work??</a:t>
            </a:r>
            <a:endParaRPr lang="en-US" altLang="en-GB" sz="40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7995" y="1534795"/>
            <a:ext cx="4189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Freeform 3"/>
          <p:cNvSpPr/>
          <p:nvPr/>
        </p:nvSpPr>
        <p:spPr>
          <a:xfrm rot="18900000">
            <a:off x="6110605" y="3815080"/>
            <a:ext cx="1732915" cy="27120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0" h="3860">
                <a:moveTo>
                  <a:pt x="1440" y="0"/>
                </a:moveTo>
                <a:lnTo>
                  <a:pt x="2420" y="980"/>
                </a:lnTo>
                <a:lnTo>
                  <a:pt x="2880" y="1440"/>
                </a:lnTo>
                <a:lnTo>
                  <a:pt x="2880" y="3860"/>
                </a:lnTo>
                <a:lnTo>
                  <a:pt x="0" y="3860"/>
                </a:lnTo>
                <a:lnTo>
                  <a:pt x="0" y="1440"/>
                </a:lnTo>
                <a:lnTo>
                  <a:pt x="460" y="980"/>
                </a:lnTo>
                <a:lnTo>
                  <a:pt x="144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 rot="18900000">
            <a:off x="3482340" y="4282440"/>
            <a:ext cx="2726055" cy="17926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60" h="2880">
                <a:moveTo>
                  <a:pt x="0" y="0"/>
                </a:moveTo>
                <a:lnTo>
                  <a:pt x="2420" y="0"/>
                </a:lnTo>
                <a:lnTo>
                  <a:pt x="2880" y="460"/>
                </a:lnTo>
                <a:lnTo>
                  <a:pt x="3860" y="1440"/>
                </a:lnTo>
                <a:lnTo>
                  <a:pt x="2880" y="2420"/>
                </a:lnTo>
                <a:lnTo>
                  <a:pt x="2420" y="2880"/>
                </a:lnTo>
                <a:lnTo>
                  <a:pt x="0" y="2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rot="18900000">
            <a:off x="5513705" y="2066925"/>
            <a:ext cx="3063240" cy="17214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60" h="2880">
                <a:moveTo>
                  <a:pt x="1440" y="0"/>
                </a:moveTo>
                <a:lnTo>
                  <a:pt x="3860" y="0"/>
                </a:lnTo>
                <a:lnTo>
                  <a:pt x="3860" y="2880"/>
                </a:lnTo>
                <a:lnTo>
                  <a:pt x="1440" y="2880"/>
                </a:lnTo>
                <a:lnTo>
                  <a:pt x="980" y="2420"/>
                </a:lnTo>
                <a:lnTo>
                  <a:pt x="0" y="1440"/>
                </a:lnTo>
                <a:lnTo>
                  <a:pt x="980" y="460"/>
                </a:lnTo>
                <a:lnTo>
                  <a:pt x="144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 rot="18900000">
            <a:off x="3858260" y="1405890"/>
            <a:ext cx="1760220" cy="3014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0" h="3860">
                <a:moveTo>
                  <a:pt x="0" y="0"/>
                </a:moveTo>
                <a:lnTo>
                  <a:pt x="2880" y="0"/>
                </a:lnTo>
                <a:lnTo>
                  <a:pt x="2880" y="2420"/>
                </a:lnTo>
                <a:lnTo>
                  <a:pt x="2420" y="2880"/>
                </a:lnTo>
                <a:lnTo>
                  <a:pt x="1440" y="3860"/>
                </a:lnTo>
                <a:lnTo>
                  <a:pt x="460" y="2880"/>
                </a:lnTo>
                <a:lnTo>
                  <a:pt x="0" y="24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 rot="18900000">
            <a:off x="3126105" y="1985010"/>
            <a:ext cx="1855470" cy="461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>
                <a:solidFill>
                  <a:schemeClr val="accent1">
                    <a:lumMod val="5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DATASET</a:t>
            </a:r>
            <a:endParaRPr lang="en-US" altLang="en-GB" sz="2800">
              <a:solidFill>
                <a:schemeClr val="accent1">
                  <a:lumMod val="5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endParaRPr lang="en-US" altLang="en-GB" sz="2800">
              <a:solidFill>
                <a:schemeClr val="accent1">
                  <a:lumMod val="5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 rot="2760000">
            <a:off x="7049770" y="1858010"/>
            <a:ext cx="1530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>
                <a:solidFill>
                  <a:schemeClr val="accent1">
                    <a:lumMod val="5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BRAIN</a:t>
            </a:r>
            <a:endParaRPr lang="en-US" altLang="en-GB" sz="3200">
              <a:solidFill>
                <a:schemeClr val="accent1">
                  <a:lumMod val="5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 rot="2700000">
            <a:off x="3522980" y="5415280"/>
            <a:ext cx="16414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>
                <a:solidFill>
                  <a:schemeClr val="accent1">
                    <a:lumMod val="5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The Bridge</a:t>
            </a:r>
            <a:endParaRPr lang="en-US" altLang="en-GB" sz="2800">
              <a:solidFill>
                <a:schemeClr val="accent1">
                  <a:lumMod val="5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 rot="18900000">
            <a:off x="6744970" y="5567045"/>
            <a:ext cx="177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>
                <a:solidFill>
                  <a:schemeClr val="accent1">
                    <a:lumMod val="5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Libraries</a:t>
            </a:r>
            <a:endParaRPr lang="en-US" altLang="en-GB" sz="2800">
              <a:solidFill>
                <a:schemeClr val="accent1">
                  <a:lumMod val="5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0" y="2146935"/>
            <a:ext cx="36798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Star Dataset</a:t>
            </a:r>
            <a:endParaRPr lang="en-US" altLang="en-GB" sz="28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28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    sourced </a:t>
            </a:r>
            <a:r>
              <a:rPr lang="en-US" altLang="en-GB" sz="28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  <a:sym typeface="+mn-ea"/>
              </a:rPr>
              <a:t>Kaggle</a:t>
            </a:r>
            <a:endParaRPr lang="en-US" altLang="en-GB" sz="28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28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 </a:t>
            </a:r>
            <a:endParaRPr lang="en-US" altLang="en-GB" sz="28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004300" y="1396365"/>
            <a:ext cx="26333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Decision Tree algorithm</a:t>
            </a:r>
            <a:endParaRPr lang="en-US" altLang="en-GB" sz="28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28270" y="4356100"/>
            <a:ext cx="25647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GB" sz="28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Flask</a:t>
            </a:r>
            <a:endParaRPr lang="en-US" altLang="en-GB" sz="28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24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en-US" altLang="en-GB" sz="24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A Python web  framework</a:t>
            </a:r>
            <a:endParaRPr lang="en-US" altLang="en-GB" sz="24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9132570" y="3991610"/>
            <a:ext cx="265938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Scikit-Learn: The toolkit used to build the Decision Tree</a:t>
            </a:r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Pandas: Used to load and read the CSV dataset.</a:t>
            </a:r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27" grpId="0" animBg="1"/>
      <p:bldP spid="14" grpId="1"/>
      <p:bldP spid="5" grpId="1"/>
      <p:bldP spid="27" grpId="1" animBg="1"/>
      <p:bldP spid="8" grpId="0"/>
      <p:bldP spid="17" grpId="0" animBg="1"/>
      <p:bldP spid="15" grpId="0"/>
      <p:bldP spid="8" grpId="1"/>
      <p:bldP spid="17" grpId="1" animBg="1"/>
      <p:bldP spid="15" grpId="1"/>
      <p:bldP spid="18" grpId="0"/>
      <p:bldP spid="9" grpId="0"/>
      <p:bldP spid="16" grpId="0" animBg="1"/>
      <p:bldP spid="18" grpId="1"/>
      <p:bldP spid="9" grpId="1"/>
      <p:bldP spid="16" grpId="1" animBg="1"/>
      <p:bldP spid="4" grpId="0" animBg="1"/>
      <p:bldP spid="10" grpId="0"/>
      <p:bldP spid="19" grpId="0"/>
      <p:bldP spid="4" grpId="1" animBg="1"/>
      <p:bldP spid="10" grpId="1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7995" y="2459355"/>
            <a:ext cx="412940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4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what is </a:t>
            </a:r>
            <a:endParaRPr lang="en-US" altLang="en-GB" sz="44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en-US" altLang="en-GB" sz="44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the use of Inputs??</a:t>
            </a:r>
            <a:endParaRPr lang="en-US" altLang="en-GB" sz="44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7995" y="1534795"/>
            <a:ext cx="4189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14680" y="4989830"/>
            <a:ext cx="2968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(The Search Terms)</a:t>
            </a:r>
            <a:endParaRPr lang="en-US" altLang="en-GB" sz="24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30225" y="5899150"/>
            <a:ext cx="1122172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30225" y="5899150"/>
            <a:ext cx="274320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bg1"/>
                </a:solidFill>
                <a:latin typeface="Palatino Linotype" panose="02040502050505030304" charset="0"/>
                <a:cs typeface="Palatino Linotype" panose="02040502050505030304" charset="0"/>
              </a:rPr>
              <a:t>Temperature</a:t>
            </a:r>
            <a:endParaRPr lang="en-US" sz="2800" b="1">
              <a:solidFill>
                <a:schemeClr val="bg1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97815" y="380365"/>
            <a:ext cx="11659235" cy="509968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3589655" y="585470"/>
            <a:ext cx="4264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sz="2400" b="1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15620" y="1045845"/>
            <a:ext cx="11221720" cy="420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endParaRPr lang="en-US" altLang="en-US" sz="16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None/>
            </a:pPr>
            <a:endParaRPr lang="en-US" altLang="en-US" sz="16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None/>
            </a:pPr>
            <a:endParaRPr lang="en-US" altLang="en-US" sz="16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None/>
            </a:pPr>
            <a:endParaRPr lang="en-US" altLang="en-US" sz="16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None/>
            </a:pPr>
            <a:endParaRPr lang="en-US" altLang="en-US" sz="16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None/>
            </a:pPr>
            <a:endParaRPr lang="en-US" altLang="en-US" sz="16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None/>
            </a:pPr>
            <a:r>
              <a:rPr lang="en-US" altLang="en-US" sz="2000" b="1">
                <a:latin typeface="Palatino Linotype" panose="02040502050505030304" charset="0"/>
                <a:cs typeface="Palatino Linotype" panose="02040502050505030304" charset="0"/>
              </a:rPr>
              <a:t>                                                                          </a:t>
            </a:r>
            <a:endParaRPr lang="en-US" altLang="en-US" sz="2000" b="1">
              <a:latin typeface="Palatino Linotype" panose="02040502050505030304" charset="0"/>
              <a:cs typeface="Palatino Linotype" panose="0204050205050503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US" sz="2400" b="1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endParaRPr lang="en-US" altLang="en-US" sz="2400" b="1">
              <a:latin typeface="Palatino Linotype" panose="02040502050505030304" charset="0"/>
              <a:cs typeface="Palatino Linotype" panose="02040502050505030304" charset="0"/>
            </a:endParaRPr>
          </a:p>
          <a:p>
            <a:endParaRPr lang="en-US" altLang="en-US" sz="2400" b="1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57085" y="1653540"/>
            <a:ext cx="4580255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Temperature: </a:t>
            </a:r>
            <a:endParaRPr lang="en-US" altLang="en-GB" sz="36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Tells us the color (Blue = Hot, </a:t>
            </a: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Red = Cool).</a:t>
            </a: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30225" y="5899150"/>
            <a:ext cx="1122172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052445" y="5899150"/>
            <a:ext cx="274320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200" b="1">
                <a:solidFill>
                  <a:schemeClr val="bg1"/>
                </a:solidFill>
                <a:latin typeface="Palatino Linotype" panose="02040502050505030304" charset="0"/>
                <a:cs typeface="Palatino Linotype" panose="02040502050505030304" charset="0"/>
              </a:rPr>
              <a:t>Luminosity</a:t>
            </a:r>
            <a:endParaRPr lang="en-US" sz="3200" b="1">
              <a:solidFill>
                <a:schemeClr val="bg1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97815" y="380365"/>
            <a:ext cx="11659235" cy="509968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692525" y="570865"/>
            <a:ext cx="4015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sz="3600" b="1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239635" y="1795145"/>
            <a:ext cx="4185285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Luminosity: </a:t>
            </a:r>
            <a:endParaRPr lang="en-US" altLang="en-GB" sz="36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Tells us the total power/brightness of the star</a:t>
            </a:r>
            <a:r>
              <a:rPr lang="en-US" altLang="en-GB" sz="3200"/>
              <a:t>.</a:t>
            </a:r>
            <a:endParaRPr lang="en-US" altLang="en-GB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16255" y="5899150"/>
            <a:ext cx="1122172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941060" y="5899150"/>
            <a:ext cx="274320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600" b="1">
                <a:solidFill>
                  <a:schemeClr val="bg1"/>
                </a:solidFill>
                <a:latin typeface="Palatino Linotype" panose="02040502050505030304" charset="0"/>
                <a:cs typeface="Palatino Linotype" panose="02040502050505030304" charset="0"/>
              </a:rPr>
              <a:t>Radius</a:t>
            </a:r>
            <a:endParaRPr lang="en-US" sz="3600" b="1">
              <a:solidFill>
                <a:schemeClr val="bg1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97815" y="380365"/>
            <a:ext cx="11659235" cy="509968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7590790" y="1902460"/>
            <a:ext cx="3861435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Radius:</a:t>
            </a:r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 </a:t>
            </a: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Tells us the physical size (Giant vs. Dwarf).</a:t>
            </a: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30225" y="5899150"/>
            <a:ext cx="1122172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9012555" y="5899150"/>
            <a:ext cx="2739390" cy="82740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2400" b="1">
                <a:solidFill>
                  <a:schemeClr val="bg1"/>
                </a:solidFill>
                <a:latin typeface="Palatino Linotype" panose="02040502050505030304" charset="0"/>
                <a:cs typeface="Palatino Linotype" panose="02040502050505030304" charset="0"/>
              </a:rPr>
              <a:t>Absolute Magnitude</a:t>
            </a:r>
            <a:endParaRPr lang="en-US" altLang="en-GB" sz="2400" b="1">
              <a:solidFill>
                <a:schemeClr val="bg1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97815" y="380365"/>
            <a:ext cx="11659235" cy="509968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7510145" y="1483995"/>
            <a:ext cx="4090670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Absolute Magnitude: </a:t>
            </a:r>
            <a:endParaRPr lang="en-US" altLang="en-GB" sz="36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GB" sz="32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Tells us the star's true brightness regardless of distance.</a:t>
            </a:r>
            <a:endParaRPr lang="en-US" altLang="en-GB" sz="32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7995" y="2459355"/>
            <a:ext cx="41294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4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The Story </a:t>
            </a:r>
            <a:endParaRPr lang="en-US" altLang="en-GB" sz="44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endParaRPr lang="en-US" altLang="en-GB" sz="44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Title: Operation Nova Terra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7995" y="1534795"/>
            <a:ext cx="4189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s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8576945" y="1264920"/>
            <a:ext cx="914400" cy="432879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7529830" y="1454785"/>
            <a:ext cx="914400" cy="394906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660890" y="908685"/>
            <a:ext cx="914400" cy="504126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726420" y="1368425"/>
            <a:ext cx="914400" cy="412178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82715" y="908685"/>
            <a:ext cx="914400" cy="504126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7" name="Picture 16" descr="WhatsApp Image 2026-05-13 at 1.18.18 AM"/>
          <p:cNvPicPr>
            <a:picLocks noChangeAspect="1"/>
          </p:cNvPicPr>
          <p:nvPr/>
        </p:nvPicPr>
        <p:blipFill>
          <a:blip r:embed="rId2"/>
          <a:srcRect l="21875" r="21875"/>
          <a:stretch>
            <a:fillRect/>
          </a:stretch>
        </p:blipFill>
        <p:spPr>
          <a:xfrm>
            <a:off x="135890" y="1132840"/>
            <a:ext cx="1828800" cy="1828800"/>
          </a:xfrm>
          <a:prstGeom prst="ellipse">
            <a:avLst/>
          </a:prstGeom>
        </p:spPr>
      </p:pic>
      <p:pic>
        <p:nvPicPr>
          <p:cNvPr id="18" name="Picture 17" descr="WhatsApp Image 2026-05-13 at 1.25.01 AM"/>
          <p:cNvPicPr>
            <a:picLocks noChangeAspect="1"/>
          </p:cNvPicPr>
          <p:nvPr/>
        </p:nvPicPr>
        <p:blipFill>
          <a:blip r:embed="rId3"/>
          <a:srcRect l="7446" r="36304"/>
          <a:stretch>
            <a:fillRect/>
          </a:stretch>
        </p:blipFill>
        <p:spPr>
          <a:xfrm>
            <a:off x="593090" y="3329305"/>
            <a:ext cx="914400" cy="914400"/>
          </a:xfrm>
          <a:prstGeom prst="ellipse">
            <a:avLst/>
          </a:prstGeom>
        </p:spPr>
      </p:pic>
      <p:pic>
        <p:nvPicPr>
          <p:cNvPr id="19" name="Picture 18" descr="WhatsApp Image 2026-05-13 at 1.21.00 AM"/>
          <p:cNvPicPr>
            <a:picLocks noChangeAspect="1"/>
          </p:cNvPicPr>
          <p:nvPr/>
        </p:nvPicPr>
        <p:blipFill>
          <a:blip r:embed="rId4"/>
          <a:srcRect l="5632" r="38118"/>
          <a:stretch>
            <a:fillRect/>
          </a:stretch>
        </p:blipFill>
        <p:spPr>
          <a:xfrm>
            <a:off x="593090" y="4611370"/>
            <a:ext cx="914400" cy="914400"/>
          </a:xfrm>
          <a:prstGeom prst="ellipse">
            <a:avLst/>
          </a:prstGeom>
        </p:spPr>
      </p:pic>
      <p:pic>
        <p:nvPicPr>
          <p:cNvPr id="20" name="Picture 19" descr="WhatsApp Image 2026-05-13 at 1.32.18 AM"/>
          <p:cNvPicPr>
            <a:picLocks noChangeAspect="1"/>
          </p:cNvPicPr>
          <p:nvPr/>
        </p:nvPicPr>
        <p:blipFill>
          <a:blip r:embed="rId5"/>
          <a:srcRect l="21875" r="21875"/>
          <a:stretch>
            <a:fillRect/>
          </a:stretch>
        </p:blipFill>
        <p:spPr>
          <a:xfrm>
            <a:off x="593090" y="5893435"/>
            <a:ext cx="914400" cy="914400"/>
          </a:xfrm>
          <a:prstGeom prst="ellipse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2248535" y="1616710"/>
            <a:ext cx="3492500" cy="4716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The Start:</a:t>
            </a:r>
            <a:endParaRPr lang="en-US" altLang="en-GB" sz="36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endParaRPr lang="en-US" altLang="en-GB" sz="24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endParaRPr lang="en-US" altLang="en-GB" sz="24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r>
              <a:rPr lang="en-US" altLang="en-GB" sz="3200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Earth is crowded,</a:t>
            </a:r>
            <a:endParaRPr lang="en-US" altLang="en-GB" sz="3200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algn="ctr"/>
            <a:r>
              <a:rPr lang="en-US" altLang="en-GB" sz="3200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and we need a new home. </a:t>
            </a:r>
            <a:endParaRPr lang="en-US" altLang="en-GB" sz="3200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algn="ctr"/>
            <a:r>
              <a:rPr lang="en-US" altLang="en-GB" sz="3200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Player is the Commander of a scouting mission.</a:t>
            </a:r>
            <a:endParaRPr lang="en-US" altLang="en-GB" sz="3200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s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8502015" y="1343660"/>
            <a:ext cx="914400" cy="432879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7454900" y="1260475"/>
            <a:ext cx="914400" cy="449516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549130" y="1439228"/>
            <a:ext cx="914400" cy="41376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596245" y="1264920"/>
            <a:ext cx="914400" cy="448627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7785" y="1550035"/>
            <a:ext cx="914400" cy="391604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7" name="Picture 16" descr="WhatsApp Image 2026-05-13 at 1.18.18 AM"/>
          <p:cNvPicPr>
            <a:picLocks noChangeAspect="1"/>
          </p:cNvPicPr>
          <p:nvPr/>
        </p:nvPicPr>
        <p:blipFill>
          <a:blip r:embed="rId2"/>
          <a:srcRect l="21875" r="21875"/>
          <a:stretch>
            <a:fillRect/>
          </a:stretch>
        </p:blipFill>
        <p:spPr>
          <a:xfrm>
            <a:off x="516255" y="525145"/>
            <a:ext cx="914400" cy="914400"/>
          </a:xfrm>
          <a:prstGeom prst="ellipse">
            <a:avLst/>
          </a:prstGeom>
        </p:spPr>
      </p:pic>
      <p:pic>
        <p:nvPicPr>
          <p:cNvPr id="18" name="Picture 17" descr="WhatsApp Image 2026-05-13 at 1.25.01 AM"/>
          <p:cNvPicPr>
            <a:picLocks noChangeAspect="1"/>
          </p:cNvPicPr>
          <p:nvPr/>
        </p:nvPicPr>
        <p:blipFill>
          <a:blip r:embed="rId1"/>
          <a:srcRect l="7446" r="36304"/>
          <a:stretch>
            <a:fillRect/>
          </a:stretch>
        </p:blipFill>
        <p:spPr>
          <a:xfrm>
            <a:off x="198755" y="1951355"/>
            <a:ext cx="1828800" cy="1828800"/>
          </a:xfrm>
          <a:prstGeom prst="ellipse">
            <a:avLst/>
          </a:prstGeom>
        </p:spPr>
      </p:pic>
      <p:pic>
        <p:nvPicPr>
          <p:cNvPr id="19" name="Picture 18" descr="WhatsApp Image 2026-05-13 at 1.21.00 AM"/>
          <p:cNvPicPr>
            <a:picLocks noChangeAspect="1"/>
          </p:cNvPicPr>
          <p:nvPr/>
        </p:nvPicPr>
        <p:blipFill>
          <a:blip r:embed="rId3"/>
          <a:srcRect l="5632" r="38118"/>
          <a:stretch>
            <a:fillRect/>
          </a:stretch>
        </p:blipFill>
        <p:spPr>
          <a:xfrm>
            <a:off x="655955" y="4291965"/>
            <a:ext cx="914400" cy="914400"/>
          </a:xfrm>
          <a:prstGeom prst="ellipse">
            <a:avLst/>
          </a:prstGeom>
        </p:spPr>
      </p:pic>
      <p:pic>
        <p:nvPicPr>
          <p:cNvPr id="20" name="Picture 19" descr="WhatsApp Image 2026-05-13 at 1.32.18 AM"/>
          <p:cNvPicPr>
            <a:picLocks noChangeAspect="1"/>
          </p:cNvPicPr>
          <p:nvPr/>
        </p:nvPicPr>
        <p:blipFill>
          <a:blip r:embed="rId4"/>
          <a:srcRect l="21875" r="21875"/>
          <a:stretch>
            <a:fillRect/>
          </a:stretch>
        </p:blipFill>
        <p:spPr>
          <a:xfrm>
            <a:off x="655955" y="5718175"/>
            <a:ext cx="914400" cy="914400"/>
          </a:xfrm>
          <a:prstGeom prst="ellipse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257425" y="1317625"/>
            <a:ext cx="377253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The Mission:</a:t>
            </a:r>
            <a:endParaRPr lang="en-US" altLang="en-GB" sz="36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r>
              <a:rPr lang="en-US" altLang="en-GB" sz="20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 </a:t>
            </a:r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endParaRPr lang="en-US" altLang="en-GB" sz="2000" b="1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r>
              <a:rPr lang="en-US" altLang="en-GB" sz="32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Use the AI to analyze mystery stars and find one that matches our Sun’s parameters.</a:t>
            </a:r>
            <a:endParaRPr lang="en-US" altLang="en-GB" sz="32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s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8650605" y="1240790"/>
            <a:ext cx="914400" cy="455104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7603490" y="1684338"/>
            <a:ext cx="914400" cy="366395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697720" y="1153795"/>
            <a:ext cx="914400" cy="472503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726420" y="1455420"/>
            <a:ext cx="914400" cy="412178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556375" y="995680"/>
            <a:ext cx="914400" cy="504126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7" name="Picture 16" descr="WhatsApp Image 2026-05-13 at 1.18.18 AM"/>
          <p:cNvPicPr>
            <a:picLocks noChangeAspect="1"/>
          </p:cNvPicPr>
          <p:nvPr/>
        </p:nvPicPr>
        <p:blipFill>
          <a:blip r:embed="rId2"/>
          <a:srcRect l="21875" r="21875"/>
          <a:stretch>
            <a:fillRect/>
          </a:stretch>
        </p:blipFill>
        <p:spPr>
          <a:xfrm>
            <a:off x="366395" y="454025"/>
            <a:ext cx="914400" cy="914400"/>
          </a:xfrm>
          <a:prstGeom prst="ellipse">
            <a:avLst/>
          </a:prstGeom>
        </p:spPr>
      </p:pic>
      <p:pic>
        <p:nvPicPr>
          <p:cNvPr id="18" name="Picture 17" descr="WhatsApp Image 2026-05-13 at 1.25.01 AM"/>
          <p:cNvPicPr>
            <a:picLocks noChangeAspect="1"/>
          </p:cNvPicPr>
          <p:nvPr/>
        </p:nvPicPr>
        <p:blipFill>
          <a:blip r:embed="rId3"/>
          <a:srcRect l="7446" r="36304"/>
          <a:stretch>
            <a:fillRect/>
          </a:stretch>
        </p:blipFill>
        <p:spPr>
          <a:xfrm>
            <a:off x="366395" y="1934845"/>
            <a:ext cx="914400" cy="914400"/>
          </a:xfrm>
          <a:prstGeom prst="ellipse">
            <a:avLst/>
          </a:prstGeom>
        </p:spPr>
      </p:pic>
      <p:pic>
        <p:nvPicPr>
          <p:cNvPr id="19" name="Picture 18" descr="WhatsApp Image 2026-05-13 at 1.21.00 AM"/>
          <p:cNvPicPr>
            <a:picLocks noChangeAspect="1"/>
          </p:cNvPicPr>
          <p:nvPr/>
        </p:nvPicPr>
        <p:blipFill>
          <a:blip r:embed="rId1"/>
          <a:srcRect l="5632" r="38118"/>
          <a:stretch>
            <a:fillRect/>
          </a:stretch>
        </p:blipFill>
        <p:spPr>
          <a:xfrm>
            <a:off x="198120" y="3415665"/>
            <a:ext cx="1828800" cy="1828800"/>
          </a:xfrm>
          <a:prstGeom prst="ellipse">
            <a:avLst/>
          </a:prstGeom>
        </p:spPr>
      </p:pic>
      <p:pic>
        <p:nvPicPr>
          <p:cNvPr id="20" name="Picture 19" descr="WhatsApp Image 2026-05-13 at 1.32.18 AM"/>
          <p:cNvPicPr>
            <a:picLocks noChangeAspect="1"/>
          </p:cNvPicPr>
          <p:nvPr/>
        </p:nvPicPr>
        <p:blipFill>
          <a:blip r:embed="rId4"/>
          <a:srcRect l="21875" r="21875"/>
          <a:stretch>
            <a:fillRect/>
          </a:stretch>
        </p:blipFill>
        <p:spPr>
          <a:xfrm>
            <a:off x="540385" y="5810885"/>
            <a:ext cx="914400" cy="914400"/>
          </a:xfrm>
          <a:prstGeom prst="ellipse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336800" y="1317625"/>
            <a:ext cx="332486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4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The system checks the unknown star's location through our inputs</a:t>
            </a:r>
            <a:endParaRPr lang="en-US" altLang="en-GB" sz="24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algn="ctr"/>
            <a:r>
              <a:rPr lang="en-US" altLang="en-GB" sz="24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 and ignores stars that are too small or too large. </a:t>
            </a:r>
            <a:endParaRPr lang="en-US" altLang="en-GB" sz="24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algn="ctr"/>
            <a:r>
              <a:rPr lang="en-US" altLang="en-GB" sz="24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We are looking for a star that is just like our Sun</a:t>
            </a:r>
            <a:endParaRPr lang="en-US" altLang="en-GB" sz="24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s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8632190" y="1283970"/>
            <a:ext cx="914400" cy="432879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7585075" y="1303020"/>
            <a:ext cx="914400" cy="429069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679305" y="927735"/>
            <a:ext cx="914400" cy="504126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726420" y="1688465"/>
            <a:ext cx="914400" cy="351980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556375" y="1030288"/>
            <a:ext cx="914400" cy="48361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87400" sx="102000" sy="102000" algn="ctr" rotWithShape="0">
              <a:prstClr val="black">
                <a:alpha val="10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7" name="Picture 16" descr="WhatsApp Image 2026-05-13 at 1.18.18 AM"/>
          <p:cNvPicPr>
            <a:picLocks noChangeAspect="1"/>
          </p:cNvPicPr>
          <p:nvPr/>
        </p:nvPicPr>
        <p:blipFill>
          <a:blip r:embed="rId2"/>
          <a:srcRect l="21875" r="21875"/>
          <a:stretch>
            <a:fillRect/>
          </a:stretch>
        </p:blipFill>
        <p:spPr>
          <a:xfrm>
            <a:off x="516255" y="369570"/>
            <a:ext cx="914400" cy="914400"/>
          </a:xfrm>
          <a:prstGeom prst="ellipse">
            <a:avLst/>
          </a:prstGeom>
        </p:spPr>
      </p:pic>
      <p:pic>
        <p:nvPicPr>
          <p:cNvPr id="18" name="Picture 17" descr="WhatsApp Image 2026-05-13 at 1.25.01 AM"/>
          <p:cNvPicPr>
            <a:picLocks noChangeAspect="1"/>
          </p:cNvPicPr>
          <p:nvPr/>
        </p:nvPicPr>
        <p:blipFill>
          <a:blip r:embed="rId3"/>
          <a:srcRect l="7446" r="36304"/>
          <a:stretch>
            <a:fillRect/>
          </a:stretch>
        </p:blipFill>
        <p:spPr>
          <a:xfrm>
            <a:off x="516255" y="1790700"/>
            <a:ext cx="914400" cy="914400"/>
          </a:xfrm>
          <a:prstGeom prst="ellipse">
            <a:avLst/>
          </a:prstGeom>
        </p:spPr>
      </p:pic>
      <p:pic>
        <p:nvPicPr>
          <p:cNvPr id="19" name="Picture 18" descr="WhatsApp Image 2026-05-13 at 1.21.00 AM"/>
          <p:cNvPicPr>
            <a:picLocks noChangeAspect="1"/>
          </p:cNvPicPr>
          <p:nvPr/>
        </p:nvPicPr>
        <p:blipFill>
          <a:blip r:embed="rId4"/>
          <a:srcRect l="5632" r="38118"/>
          <a:stretch>
            <a:fillRect/>
          </a:stretch>
        </p:blipFill>
        <p:spPr>
          <a:xfrm>
            <a:off x="540385" y="3211830"/>
            <a:ext cx="914400" cy="914400"/>
          </a:xfrm>
          <a:prstGeom prst="ellipse">
            <a:avLst/>
          </a:prstGeom>
        </p:spPr>
      </p:pic>
      <p:pic>
        <p:nvPicPr>
          <p:cNvPr id="20" name="Picture 19" descr="WhatsApp Image 2026-05-13 at 1.32.18 AM"/>
          <p:cNvPicPr>
            <a:picLocks noChangeAspect="1"/>
          </p:cNvPicPr>
          <p:nvPr/>
        </p:nvPicPr>
        <p:blipFill>
          <a:blip r:embed="rId1"/>
          <a:srcRect l="21875" r="21875"/>
          <a:stretch>
            <a:fillRect/>
          </a:stretch>
        </p:blipFill>
        <p:spPr>
          <a:xfrm>
            <a:off x="292100" y="4632960"/>
            <a:ext cx="1828800" cy="1828800"/>
          </a:xfrm>
          <a:prstGeom prst="ellipse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501900" y="1019175"/>
            <a:ext cx="358584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600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The Ending: </a:t>
            </a:r>
            <a:endParaRPr lang="en-US" altLang="en-GB" sz="36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endParaRPr lang="en-US" altLang="en-GB" sz="2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/>
            <a:r>
              <a:rPr lang="en-US" altLang="en-GB" sz="28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Once the AI identifies a Sun-like star, the ship sets a course for the new system, giving humanity a chance to survive on a "New Earth</a:t>
            </a:r>
            <a:r>
              <a:rPr lang="en-US" altLang="en-GB" sz="2800" b="1">
                <a:latin typeface="Constantia" panose="02030602050306030303" charset="0"/>
                <a:cs typeface="Constantia" panose="02030602050306030303" charset="0"/>
              </a:rPr>
              <a:t>.</a:t>
            </a:r>
            <a:endParaRPr lang="en-US" altLang="en-GB" sz="2800" b="1"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7995" y="1711325"/>
            <a:ext cx="4129405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4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Classification </a:t>
            </a:r>
            <a:endParaRPr lang="en-US" altLang="en-GB" sz="44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endParaRPr lang="en-US" altLang="en-GB" sz="44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Red Giant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Blue Giant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White Dwarf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Red Dwarf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Sun-like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7995" y="1534795"/>
            <a:ext cx="4189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0" y="0"/>
            <a:ext cx="5008245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100000">
                <a:srgbClr val="000000">
                  <a:alpha val="0"/>
                </a:srgbClr>
              </a:gs>
              <a:gs pos="100000">
                <a:schemeClr val="tx1">
                  <a:alpha val="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2" name="Picture 11" descr="WhatsApp Image 2026-05-13 at 3.02.14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32385"/>
            <a:ext cx="12249150" cy="6889750"/>
          </a:xfrm>
          <a:prstGeom prst="rect">
            <a:avLst/>
          </a:prstGeom>
        </p:spPr>
      </p:pic>
      <p:pic>
        <p:nvPicPr>
          <p:cNvPr id="15" name="Picture 14" descr="WhatsApp Image 2026-05-13 at 3.02.14 AM"/>
          <p:cNvPicPr>
            <a:picLocks noChangeAspect="1"/>
          </p:cNvPicPr>
          <p:nvPr/>
        </p:nvPicPr>
        <p:blipFill>
          <a:blip r:embed="rId2"/>
          <a:srcRect t="13406" b="13406"/>
          <a:stretch>
            <a:fillRect/>
          </a:stretch>
        </p:blipFill>
        <p:spPr>
          <a:xfrm>
            <a:off x="9753600" y="5486400"/>
            <a:ext cx="2438135" cy="137160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644525" y="1756410"/>
            <a:ext cx="371919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6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A dying, bloated star. Very big and bright, but too unstable for life.</a:t>
            </a:r>
            <a:endParaRPr lang="en-US" altLang="en-GB" sz="36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0" y="0"/>
            <a:ext cx="5008245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100000">
                <a:srgbClr val="000000">
                  <a:alpha val="0"/>
                </a:srgbClr>
              </a:gs>
              <a:gs pos="100000">
                <a:schemeClr val="tx1">
                  <a:alpha val="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2" name="Picture 11" descr="WhatsApp Image 2026-05-13 at 3.02.14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32385"/>
            <a:ext cx="12249150" cy="6889750"/>
          </a:xfrm>
          <a:prstGeom prst="rect">
            <a:avLst/>
          </a:prstGeom>
        </p:spPr>
      </p:pic>
      <p:pic>
        <p:nvPicPr>
          <p:cNvPr id="3" name="Picture 2" descr="WhatsApp Image 2026-05-13 at 3.02.14 AM"/>
          <p:cNvPicPr>
            <a:picLocks noChangeAspect="1"/>
          </p:cNvPicPr>
          <p:nvPr/>
        </p:nvPicPr>
        <p:blipFill>
          <a:blip r:embed="rId2"/>
          <a:srcRect t="13406" b="13406"/>
          <a:stretch>
            <a:fillRect/>
          </a:stretch>
        </p:blipFill>
        <p:spPr>
          <a:xfrm>
            <a:off x="-57785" y="-32385"/>
            <a:ext cx="12282805" cy="6908800"/>
          </a:xfrm>
          <a:prstGeom prst="rect">
            <a:avLst/>
          </a:prstGeom>
        </p:spPr>
      </p:pic>
      <p:pic>
        <p:nvPicPr>
          <p:cNvPr id="4" name="Picture 3" descr="WhatsApp Image 2026-05-13 at 3.02.13 AM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55" y="5504815"/>
            <a:ext cx="2438069" cy="13716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21615" y="1425575"/>
            <a:ext cx="29933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6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A massive, super-hot star. They burn fast and die young.</a:t>
            </a:r>
            <a:endParaRPr lang="en-US" altLang="en-GB" sz="36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0" y="0"/>
            <a:ext cx="5008245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100000">
                <a:srgbClr val="000000">
                  <a:alpha val="0"/>
                </a:srgbClr>
              </a:gs>
              <a:gs pos="100000">
                <a:schemeClr val="tx1">
                  <a:alpha val="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2" name="Picture 11" descr="WhatsApp Image 2026-05-13 at 3.02.14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32385"/>
            <a:ext cx="12249150" cy="6889750"/>
          </a:xfrm>
          <a:prstGeom prst="rect">
            <a:avLst/>
          </a:prstGeom>
        </p:spPr>
      </p:pic>
      <p:pic>
        <p:nvPicPr>
          <p:cNvPr id="13" name="Picture 12" descr="WhatsApp Image 2026-05-13 at 3.17.3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85" y="-32385"/>
            <a:ext cx="12249150" cy="6934200"/>
          </a:xfrm>
          <a:prstGeom prst="rect">
            <a:avLst/>
          </a:prstGeom>
        </p:spPr>
      </p:pic>
      <p:pic>
        <p:nvPicPr>
          <p:cNvPr id="2" name="Picture 1" descr="WhatsApp Image 2026-05-13 at 3.02.13 AM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" y="635"/>
            <a:ext cx="12265025" cy="6901180"/>
          </a:xfrm>
          <a:prstGeom prst="rect">
            <a:avLst/>
          </a:prstGeom>
        </p:spPr>
      </p:pic>
      <p:pic>
        <p:nvPicPr>
          <p:cNvPr id="3" name="Picture 2" descr="WhatsApp Image 2026-05-13 at 3.02.15 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935" y="5530215"/>
            <a:ext cx="2059894" cy="13716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48615" y="2458720"/>
            <a:ext cx="292544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2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A tiny, Earth-sized "ghost" of a dead star. Very hot but very small.</a:t>
            </a:r>
            <a:endParaRPr lang="en-US" altLang="en-GB" sz="32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0" y="0"/>
            <a:ext cx="5008245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100000">
                <a:srgbClr val="000000">
                  <a:alpha val="0"/>
                </a:srgbClr>
              </a:gs>
              <a:gs pos="100000">
                <a:schemeClr val="tx1">
                  <a:alpha val="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2" name="Picture 11" descr="WhatsApp Image 2026-05-13 at 3.02.14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32385"/>
            <a:ext cx="12249150" cy="6889750"/>
          </a:xfrm>
          <a:prstGeom prst="rect">
            <a:avLst/>
          </a:prstGeom>
        </p:spPr>
      </p:pic>
      <p:pic>
        <p:nvPicPr>
          <p:cNvPr id="13" name="Picture 12" descr="WhatsApp Image 2026-05-13 at 3.17.3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85" y="-32385"/>
            <a:ext cx="12249150" cy="6934200"/>
          </a:xfrm>
          <a:prstGeom prst="rect">
            <a:avLst/>
          </a:prstGeom>
        </p:spPr>
      </p:pic>
      <p:pic>
        <p:nvPicPr>
          <p:cNvPr id="2" name="Picture 1" descr="WhatsApp Image 2026-05-13 at 3.02.13 AM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" y="635"/>
            <a:ext cx="12265025" cy="6901180"/>
          </a:xfrm>
          <a:prstGeom prst="rect">
            <a:avLst/>
          </a:prstGeom>
        </p:spPr>
      </p:pic>
      <p:pic>
        <p:nvPicPr>
          <p:cNvPr id="3" name="Picture 2" descr="WhatsApp Image 2026-05-13 at 3.02.15 AM"/>
          <p:cNvPicPr>
            <a:picLocks noChangeAspect="1"/>
          </p:cNvPicPr>
          <p:nvPr/>
        </p:nvPicPr>
        <p:blipFill>
          <a:blip r:embed="rId4"/>
          <a:srcRect t="7754" b="7754"/>
          <a:stretch>
            <a:fillRect/>
          </a:stretch>
        </p:blipFill>
        <p:spPr>
          <a:xfrm>
            <a:off x="-57785" y="635"/>
            <a:ext cx="12265025" cy="6898640"/>
          </a:xfrm>
          <a:prstGeom prst="rect">
            <a:avLst/>
          </a:prstGeom>
        </p:spPr>
      </p:pic>
      <p:pic>
        <p:nvPicPr>
          <p:cNvPr id="4" name="Picture 3" descr="WhatsApp Image 2026-05-13 at 3.02.13 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3315" y="5527675"/>
            <a:ext cx="2194752" cy="13716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4675" y="2004060"/>
            <a:ext cx="360616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2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Small, cool, and long-lived. The most common "hybrid" stars in space</a:t>
            </a:r>
            <a:endParaRPr lang="en-US" altLang="en-GB" sz="32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0" y="0"/>
            <a:ext cx="5008245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100000">
                <a:srgbClr val="000000">
                  <a:alpha val="0"/>
                </a:srgbClr>
              </a:gs>
              <a:gs pos="100000">
                <a:schemeClr val="tx1">
                  <a:alpha val="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2" name="Picture 11" descr="WhatsApp Image 2026-05-13 at 3.02.14 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32385"/>
            <a:ext cx="12249150" cy="6889750"/>
          </a:xfrm>
          <a:prstGeom prst="rect">
            <a:avLst/>
          </a:prstGeom>
        </p:spPr>
      </p:pic>
      <p:pic>
        <p:nvPicPr>
          <p:cNvPr id="13" name="Picture 12" descr="WhatsApp Image 2026-05-13 at 3.17.3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785" y="-32385"/>
            <a:ext cx="12249150" cy="6934200"/>
          </a:xfrm>
          <a:prstGeom prst="rect">
            <a:avLst/>
          </a:prstGeom>
        </p:spPr>
      </p:pic>
      <p:pic>
        <p:nvPicPr>
          <p:cNvPr id="2" name="Picture 1" descr="WhatsApp Image 2026-05-13 at 3.02.13 AM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" y="635"/>
            <a:ext cx="12265025" cy="6901180"/>
          </a:xfrm>
          <a:prstGeom prst="rect">
            <a:avLst/>
          </a:prstGeom>
        </p:spPr>
      </p:pic>
      <p:pic>
        <p:nvPicPr>
          <p:cNvPr id="3" name="Picture 2" descr="WhatsApp Image 2026-05-13 at 3.02.15 AM"/>
          <p:cNvPicPr>
            <a:picLocks noChangeAspect="1"/>
          </p:cNvPicPr>
          <p:nvPr/>
        </p:nvPicPr>
        <p:blipFill>
          <a:blip r:embed="rId4"/>
          <a:srcRect t="7754" b="7754"/>
          <a:stretch>
            <a:fillRect/>
          </a:stretch>
        </p:blipFill>
        <p:spPr>
          <a:xfrm>
            <a:off x="-57785" y="635"/>
            <a:ext cx="12265025" cy="6898640"/>
          </a:xfrm>
          <a:prstGeom prst="rect">
            <a:avLst/>
          </a:prstGeom>
        </p:spPr>
      </p:pic>
      <p:pic>
        <p:nvPicPr>
          <p:cNvPr id="4" name="Picture 3" descr="WhatsApp Image 2026-05-13 at 3.02.13 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150" y="-32385"/>
            <a:ext cx="12308205" cy="73209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55015" y="2470150"/>
            <a:ext cx="308419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3200" b="1">
                <a:solidFill>
                  <a:schemeClr val="bg1"/>
                </a:solidFill>
                <a:latin typeface="Constantia" panose="02030602050306030303" charset="0"/>
                <a:cs typeface="Constantia" panose="02030602050306030303" charset="0"/>
              </a:rPr>
              <a:t>Our "Nova Terra" target. Perfect heat and size for life</a:t>
            </a:r>
            <a:r>
              <a:rPr lang="en-US" altLang="en-GB" sz="1600"/>
              <a:t>.</a:t>
            </a:r>
            <a:endParaRPr lang="en-US" altLang="en-GB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Freeform 9"/>
          <p:cNvSpPr/>
          <p:nvPr/>
        </p:nvSpPr>
        <p:spPr>
          <a:xfrm>
            <a:off x="5147310" y="-1494789"/>
            <a:ext cx="8433435" cy="10998834"/>
          </a:xfrm>
          <a:custGeom>
            <a:avLst/>
            <a:gdLst>
              <a:gd name="adj" fmla="val 25000"/>
              <a:gd name="vf" fmla="val 115470"/>
              <a:gd name="maxAdj" fmla="*/ 50000 w ss"/>
              <a:gd name="a" fmla="pin 0 adj maxAdj"/>
              <a:gd name="shd2" fmla="*/ hd2 vf 100000"/>
              <a:gd name="x1" fmla="*/ ss a 100000"/>
              <a:gd name="x2" fmla="+- r 0 x1"/>
              <a:gd name="dy1" fmla="sin shd2 3600000"/>
              <a:gd name="y1" fmla="+- vc 0 dy1"/>
              <a:gd name="y2" fmla="+- vc dy1 0"/>
              <a:gd name="q1" fmla="*/ maxAdj -1 2"/>
              <a:gd name="q2" fmla="+- a q1 0"/>
              <a:gd name="q3" fmla="?: q2 4 2"/>
              <a:gd name="q4" fmla="?: q2 3 2"/>
              <a:gd name="q5" fmla="?: q2 q1 0"/>
              <a:gd name="q6" fmla="+/ a q5 q1"/>
              <a:gd name="q7" fmla="*/ q6 q4 -1"/>
              <a:gd name="q8" fmla="+- q3 q7 0"/>
              <a:gd name="il" fmla="*/ w q8 24"/>
              <a:gd name="it" fmla="*/ h q8 24"/>
              <a:gd name="ir" fmla="+- r 0 il"/>
              <a:gd name="ib" fmla="+- b 0 it"/>
            </a:gdLst>
            <a:ahLst/>
            <a:cxnLst>
              <a:cxn ang="0">
                <a:pos x="r" y="vc"/>
              </a:cxn>
              <a:cxn ang="cd4">
                <a:pos x="x2" y="y2"/>
              </a:cxn>
              <a:cxn ang="cd4">
                <a:pos x="x1" y="y2"/>
              </a:cxn>
              <a:cxn ang="cd2">
                <a:pos x="l" y="vc"/>
              </a:cxn>
              <a:cxn ang="3">
                <a:pos x="x1" y="y1"/>
              </a:cxn>
              <a:cxn ang="3">
                <a:pos x="x2" y="y1"/>
              </a:cxn>
            </a:cxnLst>
            <a:rect l="l" t="t" r="r" b="b"/>
            <a:pathLst>
              <a:path w="13281" h="17321">
                <a:moveTo>
                  <a:pt x="3110" y="3618"/>
                </a:moveTo>
                <a:lnTo>
                  <a:pt x="3998" y="1842"/>
                </a:lnTo>
                <a:lnTo>
                  <a:pt x="6030" y="1842"/>
                </a:lnTo>
                <a:lnTo>
                  <a:pt x="6918" y="3618"/>
                </a:lnTo>
                <a:lnTo>
                  <a:pt x="6030" y="5395"/>
                </a:lnTo>
                <a:lnTo>
                  <a:pt x="3998" y="5395"/>
                </a:lnTo>
                <a:lnTo>
                  <a:pt x="3110" y="3618"/>
                </a:lnTo>
                <a:close/>
                <a:moveTo>
                  <a:pt x="0" y="5804"/>
                </a:moveTo>
                <a:lnTo>
                  <a:pt x="888" y="4028"/>
                </a:lnTo>
                <a:lnTo>
                  <a:pt x="2920" y="4028"/>
                </a:lnTo>
                <a:lnTo>
                  <a:pt x="3808" y="5804"/>
                </a:lnTo>
                <a:lnTo>
                  <a:pt x="2920" y="7581"/>
                </a:lnTo>
                <a:lnTo>
                  <a:pt x="888" y="7581"/>
                </a:lnTo>
                <a:lnTo>
                  <a:pt x="0" y="5804"/>
                </a:lnTo>
                <a:close/>
                <a:moveTo>
                  <a:pt x="16" y="9557"/>
                </a:moveTo>
                <a:lnTo>
                  <a:pt x="904" y="7781"/>
                </a:lnTo>
                <a:lnTo>
                  <a:pt x="2936" y="7781"/>
                </a:lnTo>
                <a:lnTo>
                  <a:pt x="3824" y="9557"/>
                </a:lnTo>
                <a:lnTo>
                  <a:pt x="2936" y="11334"/>
                </a:lnTo>
                <a:lnTo>
                  <a:pt x="904" y="11334"/>
                </a:lnTo>
                <a:lnTo>
                  <a:pt x="16" y="9557"/>
                </a:lnTo>
                <a:close/>
                <a:moveTo>
                  <a:pt x="3110" y="7604"/>
                </a:moveTo>
                <a:lnTo>
                  <a:pt x="3998" y="5828"/>
                </a:lnTo>
                <a:lnTo>
                  <a:pt x="6030" y="5828"/>
                </a:lnTo>
                <a:lnTo>
                  <a:pt x="6918" y="7604"/>
                </a:lnTo>
                <a:lnTo>
                  <a:pt x="6030" y="9381"/>
                </a:lnTo>
                <a:lnTo>
                  <a:pt x="3998" y="9381"/>
                </a:lnTo>
                <a:lnTo>
                  <a:pt x="3110" y="7604"/>
                </a:lnTo>
                <a:close/>
                <a:moveTo>
                  <a:pt x="6137" y="5616"/>
                </a:moveTo>
                <a:lnTo>
                  <a:pt x="7025" y="3840"/>
                </a:lnTo>
                <a:lnTo>
                  <a:pt x="9057" y="3840"/>
                </a:lnTo>
                <a:lnTo>
                  <a:pt x="9945" y="5616"/>
                </a:lnTo>
                <a:lnTo>
                  <a:pt x="9057" y="7393"/>
                </a:lnTo>
                <a:lnTo>
                  <a:pt x="7025" y="7393"/>
                </a:lnTo>
                <a:lnTo>
                  <a:pt x="6137" y="5616"/>
                </a:lnTo>
                <a:close/>
                <a:moveTo>
                  <a:pt x="6137" y="1776"/>
                </a:moveTo>
                <a:lnTo>
                  <a:pt x="7025" y="0"/>
                </a:lnTo>
                <a:lnTo>
                  <a:pt x="9057" y="0"/>
                </a:lnTo>
                <a:lnTo>
                  <a:pt x="9945" y="1776"/>
                </a:lnTo>
                <a:lnTo>
                  <a:pt x="9057" y="3553"/>
                </a:lnTo>
                <a:lnTo>
                  <a:pt x="7025" y="3553"/>
                </a:lnTo>
                <a:lnTo>
                  <a:pt x="6137" y="1776"/>
                </a:lnTo>
                <a:close/>
                <a:moveTo>
                  <a:pt x="9273" y="7612"/>
                </a:moveTo>
                <a:lnTo>
                  <a:pt x="10161" y="5836"/>
                </a:lnTo>
                <a:lnTo>
                  <a:pt x="12193" y="5836"/>
                </a:lnTo>
                <a:lnTo>
                  <a:pt x="13081" y="7612"/>
                </a:lnTo>
                <a:lnTo>
                  <a:pt x="12193" y="9389"/>
                </a:lnTo>
                <a:lnTo>
                  <a:pt x="10161" y="9389"/>
                </a:lnTo>
                <a:lnTo>
                  <a:pt x="9273" y="7612"/>
                </a:lnTo>
                <a:close/>
                <a:moveTo>
                  <a:pt x="9473" y="11516"/>
                </a:moveTo>
                <a:lnTo>
                  <a:pt x="10361" y="9740"/>
                </a:lnTo>
                <a:lnTo>
                  <a:pt x="12393" y="9740"/>
                </a:lnTo>
                <a:lnTo>
                  <a:pt x="13281" y="11516"/>
                </a:lnTo>
                <a:lnTo>
                  <a:pt x="12393" y="13293"/>
                </a:lnTo>
                <a:lnTo>
                  <a:pt x="10361" y="13293"/>
                </a:lnTo>
                <a:lnTo>
                  <a:pt x="9473" y="11516"/>
                </a:lnTo>
                <a:close/>
                <a:moveTo>
                  <a:pt x="6246" y="9454"/>
                </a:moveTo>
                <a:lnTo>
                  <a:pt x="7134" y="7678"/>
                </a:lnTo>
                <a:lnTo>
                  <a:pt x="9166" y="7678"/>
                </a:lnTo>
                <a:lnTo>
                  <a:pt x="10054" y="9454"/>
                </a:lnTo>
                <a:lnTo>
                  <a:pt x="9166" y="11231"/>
                </a:lnTo>
                <a:lnTo>
                  <a:pt x="7134" y="11231"/>
                </a:lnTo>
                <a:lnTo>
                  <a:pt x="6246" y="9454"/>
                </a:lnTo>
                <a:close/>
                <a:moveTo>
                  <a:pt x="6446" y="13358"/>
                </a:moveTo>
                <a:lnTo>
                  <a:pt x="7334" y="11582"/>
                </a:lnTo>
                <a:lnTo>
                  <a:pt x="9366" y="11582"/>
                </a:lnTo>
                <a:lnTo>
                  <a:pt x="10254" y="13358"/>
                </a:lnTo>
                <a:lnTo>
                  <a:pt x="9366" y="15135"/>
                </a:lnTo>
                <a:lnTo>
                  <a:pt x="7334" y="15135"/>
                </a:lnTo>
                <a:lnTo>
                  <a:pt x="6446" y="13358"/>
                </a:lnTo>
                <a:close/>
                <a:moveTo>
                  <a:pt x="3136" y="11640"/>
                </a:moveTo>
                <a:lnTo>
                  <a:pt x="4024" y="9864"/>
                </a:lnTo>
                <a:lnTo>
                  <a:pt x="6056" y="9864"/>
                </a:lnTo>
                <a:lnTo>
                  <a:pt x="6944" y="11640"/>
                </a:lnTo>
                <a:lnTo>
                  <a:pt x="6056" y="13417"/>
                </a:lnTo>
                <a:lnTo>
                  <a:pt x="4024" y="13417"/>
                </a:lnTo>
                <a:lnTo>
                  <a:pt x="3136" y="11640"/>
                </a:lnTo>
                <a:close/>
                <a:moveTo>
                  <a:pt x="3336" y="15544"/>
                </a:moveTo>
                <a:lnTo>
                  <a:pt x="4224" y="13768"/>
                </a:lnTo>
                <a:lnTo>
                  <a:pt x="6256" y="13768"/>
                </a:lnTo>
                <a:lnTo>
                  <a:pt x="7144" y="15544"/>
                </a:lnTo>
                <a:lnTo>
                  <a:pt x="6256" y="17321"/>
                </a:lnTo>
                <a:lnTo>
                  <a:pt x="4224" y="17321"/>
                </a:lnTo>
                <a:lnTo>
                  <a:pt x="3336" y="15544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 flipV="1">
            <a:off x="-946150" y="5561330"/>
            <a:ext cx="6025515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7995" y="2761615"/>
            <a:ext cx="412940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goe UI Black" panose="020B0A02040204020203" charset="0"/>
                <a:cs typeface="Segoe UI Black" panose="020B0A02040204020203" charset="0"/>
              </a:rPr>
              <a:t>Thank You!</a:t>
            </a:r>
            <a:endParaRPr lang="en-US" altLang="en-GB" sz="4000" b="1">
              <a:solidFill>
                <a:schemeClr val="accent5">
                  <a:lumMod val="20000"/>
                  <a:lumOff val="80000"/>
                </a:schemeClr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en-US" altLang="en-GB"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Constantia" panose="02030602050306030303" charset="0"/>
                <a:cs typeface="Constantia" panose="02030602050306030303" charset="0"/>
              </a:rPr>
              <a:t>for listening......</a:t>
            </a:r>
            <a:endParaRPr lang="en-US" altLang="en-GB" sz="3600" b="1">
              <a:solidFill>
                <a:schemeClr val="accent5">
                  <a:lumMod val="20000"/>
                  <a:lumOff val="80000"/>
                </a:schemeClr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7995" y="1534795"/>
            <a:ext cx="4189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en-GB" sz="2000" b="1">
              <a:solidFill>
                <a:schemeClr val="bg1"/>
              </a:solidFill>
              <a:latin typeface="Constantia" panose="02030602050306030303" charset="0"/>
              <a:cs typeface="Constantia" panose="020306020503060303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2108</Words>
  <Application>WPS Presentation</Application>
  <PresentationFormat>Widescreen</PresentationFormat>
  <Paragraphs>134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Segoe UI Black</vt:lpstr>
      <vt:lpstr>Andalus</vt:lpstr>
      <vt:lpstr>Constantia</vt:lpstr>
      <vt:lpstr>Impact</vt:lpstr>
      <vt:lpstr>Times New Roman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Aleena Khan</cp:lastModifiedBy>
  <cp:revision>4</cp:revision>
  <dcterms:created xsi:type="dcterms:W3CDTF">2025-07-23T00:59:00Z</dcterms:created>
  <dcterms:modified xsi:type="dcterms:W3CDTF">2026-05-12T22:59:26Z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9493B7FC783D4D43B7661B5D88818AF3_11</vt:lpwstr>
  </property>
  <property fmtid="{D5CDD505-2E9C-101B-9397-08002B2CF9AE}" pid="3" name="KSOProductBuildVer">
    <vt:lpwstr>2057-12.2.0.23202</vt:lpwstr>
  </property>
</Properties>
</file>